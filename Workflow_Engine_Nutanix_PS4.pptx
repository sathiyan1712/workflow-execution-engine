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NUTANIX HACKATHON • PROBLEM STATEMENT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Enterprise-Grade Agentic Workflow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An Asynchronous, Parallel DAG Execution Engine with Native Gemini 3.6 Flash AI Reasoning, Safe AST Conditional Routing, and Real-Time Visual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Async Parallel DAG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Kahn's upfront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True asyncio concurrency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Non-blocking subprocesses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11480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Gemini 3.6 Flash 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Native log analysis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Structured JSON mode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Autonomous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Safe AST Routing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Python AST evaluation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unsafe eval()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Selective branch skips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114800"/>
            <a:ext cx="24688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Live Web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vis-network canvas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node polling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Inspector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Authors: Sathiyan Anand Sinha &amp; Pranav Shalya  |  Python 3.10+ • FastAPI • asyncio • vis-network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Traditional Infrastructure Automation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Brittle Linear Execution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Sequential bash scripts execute line-by-line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Independent tasks wait unnecessarily, blocking event loops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 incident resolution time during cloud outages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Cascading Total Failures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Failure in one non-critical task crashes the entire runbook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 concept of dependency subgraphs or selective skipping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Lack of isolated survival for independent parallel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Zero Real-Time Intelligence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Static regex cannot parse unstructured logs or stack traces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Rigid hard-coded if/else rules fail on unseen crash patterns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Requires manual human intervention at 2 AM for basic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Fragile Glue Code &amp; Temp Files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Inter-step data passing relies on temporary disk files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Fragile sed, awk, and grep scripts break across OS environments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 structured runtime context store or variable interpolation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Orchestrator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Ingestion &amp;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POST /workflows accepts JSON DAG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Kahn's Algorithm runs upfront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Validates zero cycles &amp; duplicate IDs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Immediate 202 Accepted response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Dispatches UUID to BackgroundTasks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2. Async Parallel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Reactive in-degree resolution loop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Ready nodes launch via asyncio.create_task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Threaded subprocesses (asyncio.to_thread)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Global runtime context (${{ steps }})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AST evaluation &amp; failure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Telemetry &amp; Web UI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Non-blocking polling GET /workflows/{id}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vis-network DAG canvas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node state color transitions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node inspector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runtime context viewer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CONCURRENCY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Asynchronous Parallel DAG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Kahn's Algorithm Graph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Computes in-degree for every step in O(V + E) time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Deterministically catches cycles and missing dependencies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Guarantees graph validity before any step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Dynamic Parallel Fork-Join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in-degree nodes launch concurrently via asyncio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Multiple branches execute in parallel simultaneously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Join nodes automatically wait for all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Non-Blocking Subprocess Dispatch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Wrapped via asyncio.to_thread(subprocess.run, ...)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Sidesteps Windows Uvicorn loop limitations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Server event loop remains completely responsive during heavy shell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Reactive Task Completion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asyncio.wait(return_when=FIRST_COMPLETED)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Instantly unlocks downstream dependents on task completion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Eliminates polling delays inside the execution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FAULT TOLERANCE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Granular 5-State Lifecycle &amp; Failure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PENDING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Blue color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Awaiting upstream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9202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RUNNING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Amber pulsing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Active async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9202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SUCCESS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Green color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Outputs placed in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19202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FAILED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Red color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Error captured &amp; logged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19202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SKIPPED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Slate dashed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Branch deactivated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1206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Recursive Subgraph Deactivation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BFS traversal (_mark_descendants_skipped) cascades skips only to dependent children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Every skipped step receives a clear diagnostic skip reason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Prevents unexecutable downstream steps from hanging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12064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Independent Branch Survival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Isolated parallel branches continue executing to SUCCESS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 broken database step will not kill an independent telemetry service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Workflow reaches COMPLETED if all active branches succeed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Dynamic Context Engine &amp; Variable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Inter-Step Context Store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Global runtime dictionary context['steps'][step_id]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Captures stdout, stderr, exit codes, status_code, JSON responses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Eliminates disk I/O and temporary environment variables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Deep dot/bracket property traversal: resolve_path()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Clean KeyError diagnostics if upstream property is missing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Template Interpolation Syntax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${{ steps.FetchLog.stdout }} -&gt; String output from shell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${{ steps.FetchUser.response.args.token }} -&gt; Nested REST JSON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${{ steps.AiTriage.response.severity }} -&gt; AI extracted property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${{ steps.JQFilter.response[0].id }} -&gt; Array index from JQ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Safe string substitution + full object preservation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Native AI Reasoning Node (type: 'ai')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Gemini 3.6 Flash Integration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Asynchronous HTTP POST via httpx.AsyncClient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Direct connection to Google Gemini 3.6 Flash endpoint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Analyzes unstructured incident logs in real time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Produces structured root cause analysis &amp; action plans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Fallback model parameter support in step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Strict JSON Mode &amp; Schema Enforcement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response_format: 'json' sets application/json MIME type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Automatic markdown fence stripping (```json ... ```)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Validates JSON decoding before injecting into context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Allows downstream condition nodes to route decisions cleanly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Autonomous bridging from unstructured logs to structured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RESHAPING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JQ Transformation Node (type: 'jq')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In-Memory C-Speed Processing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Powered by native Python jq compiler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Filters, slices, maps, and reshapes JSON payloads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 need to spawn external Python/bash glue scripts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Handles complex array selections: [.nodes[] | select(.cpu &gt;= 85)]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Aggregates metrics: {high_load_count: length, targets: [.[].id]}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Robust Shell String &amp; Object Decoding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Automatically unwraps raw JSON shell strings with outer quotes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Supports pre-parsed Python dictionaries and raw JSON text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Non-blocking execution via asyncio.to_thread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Standardizes microservice payloads between REST stages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Graceful syntax and runtime error diagnostics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DYNAMIC BRANCHING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Safe AST Conditional Node (type: 'condition')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Safe AST-Based Evaluation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unsafe eval() calls - strictly uses Python ast module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Parses literals, comparisons, and boolean logic (and/or/not)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Function calls and malicious code injections are blocked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Automatic type coercion ('200' == 200, 'true' == True)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Supports structured operands: left, operator,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Selective Branch Deactivation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Condition True -&gt; Downstream dependents proceed normally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Condition False -&gt; Downstream branch marked SKIPPED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Independent parallel branches continue unaffected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Workflow reaches COMPLETED without being treated as an error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{condition_met: bool, skip_downstream: bool}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NODE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Step Handler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shell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Handler: handle_shell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Core: subprocess.run in thread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Keys: command, timeout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stdout, stderr, exit_code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OS command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920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rest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Handler: handle_rest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Core: httpx.AsyncClient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Keys: url, method, body, headers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response, status_code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Microservice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920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Handler: handle_ai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Core: Gemini 3.6 Flash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Keys: prompt, response_format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response (JSON)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Log triage &amp;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1920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jq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Handler: handle_jq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Core: jq.compile()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Keys: query, data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response (transformed)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In-memory JSON slicing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1920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condition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Handler: handle_condition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Core: ast.parse() eval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Keys: expression, left, op, right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Output: condition_met, skip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Path deactivation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Real-Time Visual Graph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Interactive DAG Canvas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vis-network hierarchical layout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color transitions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Pulsing amber running indicators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Zoom, pan, and layout orientation (LR/UD)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Clear status legend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JSON Editor &amp; Presets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Syntax-validated JSON editor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3 pre-loaded operational presets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One-click JSON formatting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node and edge counters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Single-click Execute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Inspector &amp; Telemetry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Click node to view stdout/stderr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View structured AI JSON outputs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Inspect exact skip/failure reasons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Global runtime context explorer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Download PPTX deck button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Three Live Demonstration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Preset 1: AI Remediation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1. Fetch crash log (Shell)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2. Gemini 3.6 Flash triage (AI)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3. Evaluate restart needed (Condition)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4. Restart worker pool (Shell)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5. Notify incident resolved (REST)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Autonomous self-healing in &lt;2s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Preset 2: JQ Auto-Scale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1. Ingest cluster CPU metrics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2. Filter nodes cpu &gt;= 85% (JQ)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3. Reshape alert count &amp; targets (JQ)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4. Validate threshold &gt; 0 (Condition)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5. Trigger capacity scale-up (Shell)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glue scripts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Preset 3: Failure Isolation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1. Auth token generation (Shell)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2. Deliberate DB sync failure (Shell)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3. Backup steps marked SKIPPED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4. Independent telemetry runs to SUCCESS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5. Broken branch isolated completely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cascading crashes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EVALUATION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Direct Mapping to Judging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Innovation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Native Gemini 3.6 Flash LLM node for unstructured log triage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Safe AST-based conditional routing without insecure eval()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2. Completeness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Full async parallel scheduler, Kahn validation, 202 background ingestion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vis-network dashboard, inspector, and 14-slide presentation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Practical Impact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Solves Day-2 IT infrastructure operations by automating incident triage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Converts static runbooks into self-healing, agentic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4. Technical Depth &amp; Reliability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Thread-safe subprocess execution via asyncio.to_thread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100% automated test suite passing across all 16 unit &amp; API test cases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LOOKING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Persistent Storage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PostgreSQL / SQLite storage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Workflow history replay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Audit logs &amp; execution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MCP Integration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Model Context Protocol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Dynamic tool discovery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Agentic multi-step tool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Human-in-the-Loop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Interactive approval gates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Slack / Teams interactive cards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Manual override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Distributed Scale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Celery / Redis worker queues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Multi-datacenter distribution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High-throughput DAG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Autonomous. Resilient. Intelligent.</a:t>
            </a:r>
          </a:p>
          <a:p>
            <a:pPr algn="ctr">
              <a:defRPr sz="1400">
                <a:solidFill>
                  <a:srgbClr val="38BDF8"/>
                </a:solidFill>
              </a:defRPr>
            </a:pPr>
            <a:r>
              <a:t>Built for Nutanix Problem Statement 4 by Sathiyan Anand Sinha &amp; Pranav Shalya</a:t>
            </a:r>
            <a:br/>
            <a:r>
              <a:t>Thank you! Ready for Judge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